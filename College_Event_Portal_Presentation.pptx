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College Event Portal</a:t>
            </a:r>
          </a:p>
          <a:p>
            <a:r>
              <a:t>Presented by Hemanth Kumar K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event management is difficult and unorganized.</a:t>
            </a:r>
          </a:p>
          <a:p>
            <a:r>
              <a:t>The portal centralizes all event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 web-based system to manage and analyze college events efficiently.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Database design</a:t>
            </a:r>
          </a:p>
          <a:p>
            <a:r>
              <a:t>• Web portal</a:t>
            </a:r>
          </a:p>
          <a:p>
            <a:r>
              <a:t>• Data analytics</a:t>
            </a:r>
          </a:p>
          <a:p>
            <a:r>
              <a:t>• Visualizations</a:t>
            </a:r>
          </a:p>
          <a:p>
            <a:r>
              <a:t>•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Entities:</a:t>
            </a:r>
          </a:p>
          <a:p>
            <a:r>
              <a:t>• Events</a:t>
            </a:r>
          </a:p>
          <a:p>
            <a:r>
              <a:t>• Participants</a:t>
            </a:r>
          </a:p>
          <a:p>
            <a:r>
              <a:t>• Registrations</a:t>
            </a:r>
          </a:p>
          <a:p>
            <a:r>
              <a:t>• Results</a:t>
            </a:r>
          </a:p>
          <a:p>
            <a:r>
              <a:t>•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event details such as name, type, venue, and 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Participants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participant information including department and college.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Registrations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Connects participants and events using many-to-many relationship.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winners, rankings, and competition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participant ratings and feedback for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Analyzes participation trends, registrations, and event performance.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Charts and dashboards help understand data easily.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Centralized system</a:t>
            </a:r>
          </a:p>
          <a:p>
            <a:r>
              <a:t>• Easy management</a:t>
            </a:r>
          </a:p>
          <a:p>
            <a:r>
              <a:t>• Better analytics</a:t>
            </a:r>
          </a:p>
          <a:p>
            <a:r>
              <a:t>• Reduced manual 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Mobile app</a:t>
            </a:r>
          </a:p>
          <a:p>
            <a:r>
              <a:t>• AI analytics</a:t>
            </a:r>
          </a:p>
          <a:p>
            <a:r>
              <a:t>• Certificate generation</a:t>
            </a:r>
          </a:p>
          <a:p>
            <a:r>
              <a:t>• Attendance tracking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College Event Portal improves event management and provides better analytics.</a:t>
            </a:r>
          </a:p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